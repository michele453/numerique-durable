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79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d'évaluation en ligne sobre &amp; éco-conçue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Module TI616 — Numérique Durable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Problème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Kahoot → 5.641 Mo par page, note F EcoIndex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402336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Google Forms → données sur serveurs Google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68296"/>
            <a:ext cx="402336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Outils existants → trackers, CDN, JS lourd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02336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626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d'outil sobre hébergeable localement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822960"/>
            <a:ext cx="0" cy="3657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023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618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Pages &lt; 5 Ko — 1128x plus léger que Kahoot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801368"/>
            <a:ext cx="4023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28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Données locales — aucun cloud tiers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68296"/>
            <a:ext cx="4023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95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Stack minimale — Flask + HTML/CSS natif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35224"/>
            <a:ext cx="4023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626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Zéro tracking, zéro publicité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MVP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b="1" dirty="0" err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connexion bcrypt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sécurisées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Utilisateurs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lister, modifier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avec confirmation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Questions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quiz + QCM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/ archivage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Quiz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immédiat /10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enseignant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des scores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Classes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d'étudiants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restreint par classe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— Choix Green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natif + Vanilla 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868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Ko de framework — pages &lt; 5 Ko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270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527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~30 Mo RAM vs ~200 Mo Django/Spring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859536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854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854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→ PostgreSQL (prod)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1854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Zéro config locale, migration simple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4378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8437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(gratuit)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8437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Conteneur Linux minimal, CI/CD auto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859536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02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5021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système (system-ui)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502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Économie 20-80 Ko / page, 0 requête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60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sessions Flask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Sécurisé, pas de dépendance OAuth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https://numerique-durable.onrender.com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487168"/>
            <a:ext cx="6217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Page d'accueil — Bloc Green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944368"/>
            <a:ext cx="6400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962656"/>
            <a:ext cx="6217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Inscription → Connexion admin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419856"/>
            <a:ext cx="6400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438144"/>
            <a:ext cx="6217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Créer un quiz avec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895344"/>
            <a:ext cx="6400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913632"/>
            <a:ext cx="6217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Connexion étudiant → Passer le quiz →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4370832"/>
            <a:ext cx="64008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389120"/>
            <a:ext cx="6217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enseignant → Export CSV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Empreinte Carbone — EvalConnect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Carbon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2011680" cy="1371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94-95/100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2011680" cy="13716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201168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22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5Ko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moyen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détaillés par page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2011681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6A4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94/100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95/100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94/100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Carbon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propre 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des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des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des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Requêtes 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8F3D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PageSpeed Perf.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vs Kahoot — Comparaison Green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777240"/>
            <a:ext cx="25603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77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777240"/>
            <a:ext cx="2834640" cy="411480"/>
          </a:xfrm>
          <a:prstGeom prst="rect">
            <a:avLst/>
          </a:prstGeom>
          <a:solidFill>
            <a:srgbClr val="46178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2834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moyen /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98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 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2984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5.641 Mo 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DOM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719072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41–61 éléments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719072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7373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1 463 éléments 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57984"/>
            <a:ext cx="2834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HTTP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157984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requêtes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157984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requêtes 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596896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151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596896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6151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(94/100)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596896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615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(19/100) 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035808"/>
            <a:ext cx="2834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0540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Carbon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3035808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(top 0%)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3035808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305409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(+ sale que 77%)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930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admin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3474720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CRUD complet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3474720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4930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Absent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913632"/>
            <a:ext cx="283464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931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/ publicité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3913632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31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0" y="3913632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39319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+ pubs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35254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370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données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0" y="4352544"/>
            <a:ext cx="25603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4370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Render sobre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43600" y="4352544"/>
            <a:ext cx="2834640" cy="384048"/>
          </a:xfrm>
          <a:prstGeom prst="rect">
            <a:avLst/>
          </a:prstGeom>
          <a:solidFill>
            <a:srgbClr val="F0EEFF"/>
          </a:solidFill>
          <a:ln w="12700">
            <a:solidFill>
              <a:srgbClr val="4617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9320" y="43708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cloud US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comparable : création de quiz + passage + scores. EvalConnect ajoute en plus la gestion admin.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— EvalConnect vs Kahoot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4407408"/>
            <a:ext cx="8595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EvalConnect est 1128x plus léger que Kahoot — pour la même fonctionnalité quiz !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08" y="800934"/>
            <a:ext cx="3777740" cy="175270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23" y="800935"/>
            <a:ext cx="3314800" cy="15422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23" y="2648240"/>
            <a:ext cx="3314800" cy="163274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06" y="2646998"/>
            <a:ext cx="3777741" cy="1633987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93559" y="1345117"/>
            <a:ext cx="1241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</a:t>
            </a:r>
            <a:endParaRPr lang="en-US" sz="2400" b="1" u="sng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0" y="3108077"/>
            <a:ext cx="244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err="1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</a:t>
            </a:r>
            <a:endParaRPr lang="fr-FR" sz="2000" u="sng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 — 9/9 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Créer utilisateur valide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vide → message d'erreur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9384"/>
            <a:ext cx="393192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Modifier utilisateur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408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Supprimer utilisateur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393192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340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Liste paginée utilisateurs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Créer un quiz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02152"/>
            <a:ext cx="393192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20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Connexion identifiants valides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Mauvais mot de passe → rejeté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88536"/>
            <a:ext cx="393192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068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protégée sans connexion → redirect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4/4 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39319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$2b$12$...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039112"/>
            <a:ext cx="39319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Anti-injection SQL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404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paramétrées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935224"/>
            <a:ext cx="39319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2980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protégées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300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si non connecté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831336"/>
            <a:ext cx="39319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8770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</a:t>
            </a: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197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dans .gitignore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— EFREI Paris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Bilan Green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070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1128x plus léger que Kahoot — même fonctionnalité quiz, empreinte 224x inférieure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73152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928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 A (94/100) vs F (19/100) pour Kahoot — 75 points d'avance 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73152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786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 100/100 — Website Carbon A+ (top 0% mondial)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73152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644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complète — bcrypt, sessions, anti-injection SQL, 0 variable exposée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73152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502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EvalConnect fait plus que Kahoot — gestion admin + classes en moins de 5 Ko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https://numerique-durable.onrender.com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🌿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709</Words>
  <Application>Microsoft Office PowerPoint</Application>
  <PresentationFormat>Affichage à l'écran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EvalConnect — Présentation TI616</dc:title>
  <dc:subject>PptxGenJS Presentation</dc:subject>
  <dc:creator>PptxGenJS</dc:creator>
  <cp:lastModifiedBy>LENOVO</cp:lastModifiedBy>
  <cp:revision>3</cp:revision>
  <dcterms:created xsi:type="dcterms:W3CDTF">2026-04-30T20:07:40Z</dcterms:created>
  <dcterms:modified xsi:type="dcterms:W3CDTF">2026-04-30T20:23:01Z</dcterms:modified>
</cp:coreProperties>
</file>